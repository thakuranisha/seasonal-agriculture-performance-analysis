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1"/>
  </p:notesMasterIdLst>
  <p:handoutMasterIdLst>
    <p:handoutMasterId r:id="rId22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8" r:id="rId15"/>
    <p:sldId id="347" r:id="rId16"/>
    <p:sldId id="341" r:id="rId17"/>
    <p:sldId id="342" r:id="rId18"/>
    <p:sldId id="343" r:id="rId19"/>
    <p:sldId id="30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66" d="100"/>
          <a:sy n="66" d="100"/>
        </p:scale>
        <p:origin x="520" y="2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akurAnisha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6" y="3583914"/>
            <a:ext cx="5016537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sz="1800" b="0" dirty="0">
                <a:solidFill>
                  <a:schemeClr val="tx1"/>
                </a:solidFill>
              </a:rPr>
              <a:t>Student Name – Thakur Anisha </a:t>
            </a:r>
            <a:endParaRPr lang="en-IN" sz="1800" b="0" dirty="0">
              <a:solidFill>
                <a:schemeClr val="tx1"/>
              </a:solidFill>
            </a:endParaRPr>
          </a:p>
          <a:p>
            <a:pPr algn="r"/>
            <a:r>
              <a:rPr lang="en-US" sz="1800" b="0" dirty="0">
                <a:solidFill>
                  <a:schemeClr val="tx1"/>
                </a:solidFill>
              </a:rPr>
              <a:t>College Name - Jawaharlal Nehru </a:t>
            </a:r>
          </a:p>
          <a:p>
            <a:pPr algn="r"/>
            <a:r>
              <a:rPr lang="en-US" sz="1800" b="0" dirty="0">
                <a:solidFill>
                  <a:schemeClr val="tx1"/>
                </a:solidFill>
              </a:rPr>
              <a:t>Technological University Hyderabad  </a:t>
            </a:r>
            <a:endParaRPr lang="en-IN" sz="1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85" y="2583809"/>
            <a:ext cx="9353724" cy="1000105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US" sz="3200" b="1" dirty="0"/>
              <a:t>Seasonal Agriculture Performance                     </a:t>
            </a:r>
            <a:br>
              <a:rPr lang="en-US" sz="3200" b="1" dirty="0"/>
            </a:br>
            <a:r>
              <a:rPr lang="en-US" sz="3200" b="1" dirty="0"/>
              <a:t>                        Analysis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808521" y="4860758"/>
            <a:ext cx="541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</a:t>
            </a:r>
            <a:r>
              <a:rPr lang="en-US" b="1"/>
              <a:t>ID : STU682ca0c0595581747755200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3" y="1451296"/>
            <a:ext cx="8271951" cy="45468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Agricultural performance varies across different seasons due to changes in environmental conditions, resource availability, farming practices and economic factors.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However, raw agricultural data does not clearly explain how agricultural performance changes across seasons or what patterns can be observed in different seasonal conditions.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131" y="3724712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193040"/>
            <a:ext cx="9079313" cy="738138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sz="2700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2200" b="0" dirty="0">
                <a:latin typeface="Arial" panose="020B0604020202020204" pitchFamily="34" charset="0"/>
                <a:cs typeface="Arial" panose="020B0604020202020204" pitchFamily="34" charset="0"/>
              </a:rPr>
              <a:t>Seasonal Agriculture Performance Analysis is a data analytics project that examines agricultural activities across different seasons and geographical areas.</a:t>
            </a:r>
            <a:br>
              <a:rPr lang="en-US" sz="22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2200" b="0" dirty="0">
                <a:latin typeface="Arial" panose="020B0604020202020204" pitchFamily="34" charset="0"/>
                <a:cs typeface="Arial" panose="020B0604020202020204" pitchFamily="34" charset="0"/>
              </a:rPr>
              <a:t>The dataset contains information about:</a:t>
            </a:r>
            <a:br>
              <a:rPr lang="en-US" sz="27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7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7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EB43EF-EA6C-7598-BEC5-87DAEC59D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25" y="1769452"/>
            <a:ext cx="14650528" cy="466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Crops and agricultural seasons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 area and geographical locations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Rainfall, temperature and humidity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Soil pH and soil moisture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Fertilizer and pesticide usage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Irrigation methods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yield and production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price, revenue, cost and profit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usage and water efficiency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 and pest risk 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1670" y="1216404"/>
            <a:ext cx="5058561" cy="476497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800" dirty="0"/>
              <a:t>👨‍🌾 </a:t>
            </a:r>
            <a:r>
              <a:rPr lang="en-US" sz="8800" b="1" dirty="0"/>
              <a:t>Farmers</a:t>
            </a:r>
            <a:endParaRPr lang="en-US" sz="8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7000" dirty="0"/>
              <a:t>Select suitable crops and seasons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000" dirty="0"/>
              <a:t>Improve resource utilization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000" dirty="0"/>
              <a:t>Understand profitability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7200" dirty="0"/>
          </a:p>
          <a:p>
            <a:pPr marL="0" indent="0">
              <a:buNone/>
            </a:pPr>
            <a:r>
              <a:rPr lang="en-US" sz="8800" dirty="0"/>
              <a:t>🏛️ </a:t>
            </a:r>
            <a:r>
              <a:rPr lang="en-US" sz="8800" b="1" dirty="0"/>
              <a:t>Agricultural Planners</a:t>
            </a:r>
            <a:endParaRPr lang="en-US" sz="8800" dirty="0"/>
          </a:p>
          <a:p>
            <a:r>
              <a:rPr lang="en-US" sz="7000" dirty="0"/>
              <a:t>Support seasonal planning </a:t>
            </a:r>
          </a:p>
          <a:p>
            <a:r>
              <a:rPr lang="en-US" sz="7000" dirty="0"/>
              <a:t>Identify regional patterns </a:t>
            </a:r>
          </a:p>
          <a:p>
            <a:r>
              <a:rPr lang="en-US" sz="7000" dirty="0"/>
              <a:t>Improve resource allocation </a:t>
            </a:r>
          </a:p>
          <a:p>
            <a:pPr marL="0" indent="0">
              <a:buNone/>
            </a:pPr>
            <a:endParaRPr lang="en-US" sz="8800" dirty="0"/>
          </a:p>
          <a:p>
            <a:pPr marL="0" indent="0">
              <a:buNone/>
            </a:pPr>
            <a:r>
              <a:rPr lang="en-US" sz="8800" dirty="0"/>
              <a:t>🔬 </a:t>
            </a:r>
            <a:r>
              <a:rPr lang="en-US" sz="8800" b="1" dirty="0"/>
              <a:t>Agricultural Researchers</a:t>
            </a:r>
            <a:endParaRPr lang="en-US" sz="8800" dirty="0"/>
          </a:p>
          <a:p>
            <a:r>
              <a:rPr lang="en-US" sz="7200" dirty="0"/>
              <a:t>Study environmental and crop relationships </a:t>
            </a:r>
          </a:p>
          <a:p>
            <a:r>
              <a:rPr lang="en-US" sz="7200" dirty="0"/>
              <a:t>Analyze seasonal trends 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0728"/>
            <a:ext cx="10666078" cy="51589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D84DD9-9047-1509-460D-CCEFCB8AF464}"/>
              </a:ext>
            </a:extLst>
          </p:cNvPr>
          <p:cNvSpPr txBox="1"/>
          <p:nvPr/>
        </p:nvSpPr>
        <p:spPr>
          <a:xfrm>
            <a:off x="4488110" y="2332139"/>
            <a:ext cx="6618914" cy="244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💧 </a:t>
            </a:r>
            <a:r>
              <a:rPr lang="en-US" sz="2200" b="1" dirty="0"/>
              <a:t>Irrigation &amp; Resource Managers</a:t>
            </a: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Improve water utilization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Compare irrigation practices </a:t>
            </a:r>
          </a:p>
          <a:p>
            <a:pPr>
              <a:lnSpc>
                <a:spcPct val="150000"/>
              </a:lnSpc>
            </a:pPr>
            <a:r>
              <a:rPr lang="en-US" dirty="0"/>
              <a:t>🏢 </a:t>
            </a:r>
            <a:r>
              <a:rPr lang="en-US" sz="2200" b="1" dirty="0"/>
              <a:t>Government &amp; Policy Makers</a:t>
            </a:r>
            <a:endParaRPr lang="en-US" sz="2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Support evidence-based agricultural policies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Identify areas requiring intervention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462" y="1493240"/>
            <a:ext cx="7941858" cy="518276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🐍 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as the main programming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for data analysis.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🐼 Pandas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-&gt;Reading CSV files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-&gt;Data manipulation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-&gt;Data cleaning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-&gt;Grouping and analysis </a:t>
            </a:r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🔢 NumPy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 numerical operations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calculations.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9FCBE-2FCA-5379-A900-B513FEA5D5A3}"/>
              </a:ext>
            </a:extLst>
          </p:cNvPr>
          <p:cNvSpPr txBox="1"/>
          <p:nvPr/>
        </p:nvSpPr>
        <p:spPr>
          <a:xfrm>
            <a:off x="5075339" y="1568741"/>
            <a:ext cx="6736360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📈 Matplotlib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Used for creating graphs and visualizations.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📊 Seaborn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Used for statistical visualizations such as: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-&gt;Count plots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-&gt;Box plots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-&gt;Heatmaps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-&gt;Scatter plots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☁️ Google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Used as the cloud-based environment for writing and executing Python code.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F05BF-7F98-B470-BAD0-E6CBA32C6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52" y="1329266"/>
            <a:ext cx="11516043" cy="533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499BB93-5B8A-1F97-E2A6-3BF13D2B0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57" y="1201586"/>
            <a:ext cx="9983576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E420A45-F815-3E92-96AF-9DF81EFAC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92" y="1201586"/>
            <a:ext cx="1054417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3" y="193040"/>
            <a:ext cx="3336618" cy="940813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0468" y="1201586"/>
            <a:ext cx="6112932" cy="707627"/>
          </a:xfrm>
        </p:spPr>
        <p:txBody>
          <a:bodyPr>
            <a:normAutofit/>
          </a:bodyPr>
          <a:lstStyle/>
          <a:p>
            <a:r>
              <a:rPr lang="en-US" dirty="0"/>
              <a:t>STATE-WISE AGRICULTURAL PERFORMANCE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CEA69-FBD6-ADB7-8DD4-AAD1012EF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24" y="1608410"/>
            <a:ext cx="8535591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D37CDFC-C526-D222-0EA0-3C1AC14A2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64" y="1126156"/>
            <a:ext cx="9525000" cy="544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E175597-6EE0-26DF-F66F-33B9BB63D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1431693"/>
            <a:ext cx="75247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75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C1B0A2A-1949-78CC-5678-39CDC7F87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64" y="1261745"/>
            <a:ext cx="8096250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05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231006" y="770021"/>
            <a:ext cx="3433537" cy="1171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93B4B-21CC-2216-D254-AA27C3D0A373}"/>
              </a:ext>
            </a:extLst>
          </p:cNvPr>
          <p:cNvSpPr txBox="1"/>
          <p:nvPr/>
        </p:nvSpPr>
        <p:spPr>
          <a:xfrm>
            <a:off x="320982" y="1540042"/>
            <a:ext cx="50907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 can be extended in the following ways: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🤖 1. Machine Learning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 predictive models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Crop yield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Profit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Disease/pest risk prediction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🌦️ 2. Weather Integration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Integrate real-time weather and historical climate data.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🗺️ 3. Geographic Analysis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GIS/maps to identify high-performing and low-performing regions.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💧 4. Smart Irrigation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 recommendations for efficient irrigation and water management.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7E0BB-2640-8304-CBA9-F3BABD98AB9D}"/>
              </a:ext>
            </a:extLst>
          </p:cNvPr>
          <p:cNvSpPr txBox="1"/>
          <p:nvPr/>
        </p:nvSpPr>
        <p:spPr>
          <a:xfrm>
            <a:off x="5265018" y="1941450"/>
            <a:ext cx="5938787" cy="3767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📱 5. Farmer Dashboard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an interactive dashboard where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farmers can view: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Seasonal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Crop recommendations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Profitability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efficiency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📊 6. Real-Time Monitoring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Integrate IoT sensors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Soil moisture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Temperature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Humidity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usage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9043F-D841-5511-970D-EB8147F471D3}"/>
              </a:ext>
            </a:extLst>
          </p:cNvPr>
          <p:cNvSpPr txBox="1"/>
          <p:nvPr/>
        </p:nvSpPr>
        <p:spPr>
          <a:xfrm>
            <a:off x="791461" y="1201586"/>
            <a:ext cx="848729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hlinkClick r:id="rId3"/>
              </a:rPr>
              <a:t>https://github.com/ThakurAnisha/seasonal-agriculture-performance-analysis.git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E68A45-3D1E-48A0-3877-20BBF78F7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935" y="1353900"/>
            <a:ext cx="7587228" cy="531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815</TotalTime>
  <Words>567</Words>
  <Application>Microsoft Office PowerPoint</Application>
  <PresentationFormat>Widescreen</PresentationFormat>
  <Paragraphs>111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                                             Analysis </vt:lpstr>
      <vt:lpstr>PROBLEM  STATEMENT</vt:lpstr>
      <vt:lpstr>Project Description -&gt;Seasonal Agriculture Performance Analysis is a data analytics project that examines agricultural activities across different seasons and geographical areas. -&gt;The dataset contains information about: 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Thakur Vipul Singh</cp:lastModifiedBy>
  <cp:revision>99</cp:revision>
  <dcterms:created xsi:type="dcterms:W3CDTF">2021-07-11T13:13:15Z</dcterms:created>
  <dcterms:modified xsi:type="dcterms:W3CDTF">2026-09-10T12:09:02Z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